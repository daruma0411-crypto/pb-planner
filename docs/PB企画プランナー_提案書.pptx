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JP"/>
              </a:defRPr>
            </a:pPr>
            <a:r>
              <a:t>PB企画プランナー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DDDD"/>
                </a:solidFill>
                <a:latin typeface="Noto Sans JP"/>
              </a:defRPr>
            </a:pPr>
            <a:r>
              <a:t>AIを活用したPB企画支援プラットフォーム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Noto Sans JP"/>
              </a:defRPr>
            </a:pPr>
            <a:r>
              <a:t>株式会社あかがね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BBBB"/>
                </a:solidFill>
                <a:latin typeface="Noto Sans JP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コンセプト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企画書を作成しながら商品マスタ作成が同時に可能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164592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Noto Sans JP"/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Noto Sans JP"/>
              </a:defRPr>
            </a:pPr>
            <a:r>
              <a:t>AI企画書作成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Noto Sans JP"/>
              </a:defRPr>
            </a:pPr>
            <a:r>
              <a:t>生成AIによる</a:t>
            </a:r>
            <a:br/>
            <a:r>
              <a:t>企画書作成工数削減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30175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  <a:latin typeface="Noto Sans JP"/>
              </a:defRPr>
            </a:pPr>
            <a:r>
              <a:t>対話形式でPB企画を進行</a:t>
            </a:r>
            <a:br/>
            <a:r>
              <a:t>フレームワーク分析を自動実行</a:t>
            </a:r>
            <a:br/>
            <a:r>
              <a:t>企画書(Word)を自動生成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1645920"/>
            <a:ext cx="1097280" cy="10972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Noto Sans JP"/>
              </a:defRPr>
            </a:pPr>
            <a: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Noto Sans JP"/>
              </a:defRPr>
            </a:pPr>
            <a:r>
              <a:t>競合調査代行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429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Noto Sans JP"/>
              </a:defRPr>
            </a:pPr>
            <a:r>
              <a:t>インプットデータ：</a:t>
            </a:r>
            <a:br/>
            <a:r>
              <a:t>競合商品情報収集の代行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297680"/>
            <a:ext cx="30175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  <a:latin typeface="Noto Sans JP"/>
              </a:defRPr>
            </a:pPr>
            <a:r>
              <a:t>仕入先・競合製品データを</a:t>
            </a:r>
            <a:br/>
            <a:r>
              <a:t>DB登録（当社が代行）</a:t>
            </a:r>
            <a:br/>
            <a:r>
              <a:t>76製品の実データで分析</a:t>
            </a:r>
          </a:p>
        </p:txBody>
      </p:sp>
      <p:sp>
        <p:nvSpPr>
          <p:cNvPr id="13" name="Oval 12"/>
          <p:cNvSpPr/>
          <p:nvPr/>
        </p:nvSpPr>
        <p:spPr>
          <a:xfrm>
            <a:off x="9052560" y="1645920"/>
            <a:ext cx="1097280" cy="10972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Noto Sans JP"/>
              </a:defRPr>
            </a:pPr>
            <a:r>
              <a:t>PIM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Noto Sans JP"/>
              </a:defRPr>
            </a:pPr>
            <a:r>
              <a:t>後工程同時完了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29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Noto Sans JP"/>
              </a:defRPr>
            </a:pPr>
            <a:r>
              <a:t>後工程部門に任せていた</a:t>
            </a:r>
            <a:br/>
            <a:r>
              <a:t>作成業務を同時完了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297680"/>
            <a:ext cx="30175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  <a:latin typeface="Noto Sans JP"/>
              </a:defRPr>
            </a:pPr>
            <a:r>
              <a:t>PIMデータ(Excel)自動生成</a:t>
            </a:r>
            <a:br/>
            <a:r>
              <a:t>JANコード・品番管理</a:t>
            </a:r>
            <a:br/>
            <a:r>
              <a:t>商品マスタ登録準備完了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Noto Sans JP"/>
              </a:defRPr>
            </a:pPr>
            <a:r>
              <a:t>企画立案から商品マスタ作成まで、ワンストップで完了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1/11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ご利用フロー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DB登録から企画書完成まで最短2日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63040"/>
            <a:ext cx="146304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Noto Sans JP"/>
              </a:defRPr>
            </a:pPr>
            <a:r>
              <a:t>プラットフォーム提供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Noto Sans JP"/>
              </a:defRPr>
            </a:pPr>
            <a:r>
              <a:t>担当: あかがね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40"/>
            <a:ext cx="26517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PB企画プランナー環境構築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LLM（Claude AI）連携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製品データベース構築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チャット対話型UI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ドキュメント自動生成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29000" y="3291840"/>
            <a:ext cx="548640" cy="36576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0600" y="1463040"/>
            <a:ext cx="1463040" cy="4114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Noto Sans JP"/>
              </a:defRPr>
            </a:pPr>
            <a:r>
              <a:t>競合・対象製品DB登録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4231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  <a:latin typeface="Noto Sans JP"/>
              </a:defRPr>
            </a:pPr>
            <a:r>
              <a:t>担当: あかがね（1日）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34640"/>
            <a:ext cx="26517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対象製品のスペック収集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競合メーカー製品スクレイピング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JSON形式でDB登録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価格・スペック・特徴整理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例: オートクレーブ4社76製品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80" y="3291840"/>
            <a:ext cx="548640" cy="36576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463040"/>
            <a:ext cx="146304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Noto Sans JP"/>
              </a:defRPr>
            </a:pPr>
            <a:r>
              <a:t>PB企画プランナー利用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4231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Noto Sans JP"/>
              </a:defRPr>
            </a:pPr>
            <a:r>
              <a:t>担当: 貴社（最短1日）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834640"/>
            <a:ext cx="26517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チャットでPB企画を対話的に進行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5種のフレームワーク分析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PB仕様を決定・差分記録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企画書(Word)自動生成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Noto Sans JP"/>
              </a:defRPr>
            </a:pPr>
            <a:r>
              <a:t>  PIMデータ(Excel)同時完了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03520"/>
            <a:ext cx="9144000" cy="7315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  <a:latin typeface="Noto Sans JP"/>
              </a:defRPr>
            </a:pPr>
            <a:r>
              <a:t>DB登録（1日）+ 企画作成（最短1日）= 最短2日で企画書 + 商品マスタ完成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2/11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3C分析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Company / Competitor / Customer の3視点で市場を分析</a:t>
            </a:r>
          </a:p>
        </p:txBody>
      </p:sp>
      <p:pic>
        <p:nvPicPr>
          <p:cNvPr id="5" name="Picture 4" descr="pb-planner-03-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AIがDB上の76製品データを参照し、3C分析を自動生成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3/11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SWOT分析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強み・弱み・機会・脅威を可視化</a:t>
            </a:r>
          </a:p>
        </p:txBody>
      </p:sp>
      <p:pic>
        <p:nvPicPr>
          <p:cNvPr id="5" name="Picture 4" descr="pb-planner-04-swot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2x2カラーグリッドでSWOT分析を直感的に表示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4/11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ポジショニング分析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競合マップで空白ゾーンを発見</a:t>
            </a:r>
          </a:p>
        </p:txBody>
      </p:sp>
      <p:pic>
        <p:nvPicPr>
          <p:cNvPr id="5" name="Picture 4" descr="pb-planner-08-positionin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Chart.js散布図でメーカー別ポジションを可視化（軸選択可能）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5/11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5Forces分析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業界構造の5つの競争要因を評価</a:t>
            </a:r>
          </a:p>
        </p:txBody>
      </p:sp>
      <p:pic>
        <p:nvPicPr>
          <p:cNvPr id="5" name="Picture 4" descr="pb-planner-05-5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ダイヤモンド配置で5Forces各要素のスコアを視覚化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6/11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価格帯マップ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競合製品の価格分布を一望</a:t>
            </a:r>
          </a:p>
        </p:txBody>
      </p:sp>
      <p:pic>
        <p:nvPicPr>
          <p:cNvPr id="5" name="Picture 4" descr="pb-planner-09-pricemap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横棒チャートで全メーカーの価格帯を比較、ベース製品位置を表示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7/11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PBカード完成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7項目の基本情報をチャットで設定</a:t>
            </a:r>
          </a:p>
        </p:txBody>
      </p:sp>
      <p:pic>
        <p:nvPicPr>
          <p:cNvPr id="5" name="Picture 4" descr="pb-planner-10-pb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アズワン品番・販売価格・JANコード・メーカー型番・入数・キャッチコピー・仕様差分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8/11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仕様差分作成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ベース製品からの変更点を記録・管理</a:t>
            </a:r>
          </a:p>
        </p:txBody>
      </p:sp>
      <p:pic>
        <p:nvPicPr>
          <p:cNvPr id="5" name="Picture 4" descr="pb-planner-12-spec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仕様の追加・変更・削除を自動ログ。企画書に変更履歴テーブルとして反映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9/11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企画書(Word)自動生成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ワンクリックでフレームワーク分析入り企画書を出力</a:t>
            </a:r>
          </a:p>
        </p:txBody>
      </p:sp>
      <p:pic>
        <p:nvPicPr>
          <p:cNvPr id="5" name="Picture 4" descr="pb-planner-13-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概要 → フレームワーク分析 → PB仕様 → 仕様諸元表（変更履歴付）の4章構成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10/11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PIMデータ(Excel)同時完成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CCC"/>
                </a:solidFill>
                <a:latin typeface="Noto Sans JP"/>
              </a:defRPr>
            </a:pPr>
            <a:r>
              <a:t>商品マスタ登録用データを企画と同時に生成</a:t>
            </a:r>
          </a:p>
        </p:txBody>
      </p:sp>
      <p:pic>
        <p:nvPicPr>
          <p:cNvPr id="5" name="Picture 4" descr="pb-planner-14-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Noto Sans JP"/>
              </a:defRPr>
            </a:pPr>
            <a:r>
              <a:t>品番・JANコード・価格・スペック26項目・キャッチコピー・PB差分仕様を一括出力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  <a:latin typeface="Noto Sans JP"/>
              </a:defRPr>
            </a:pPr>
            <a:r>
              <a:t>PB企画プランナー 提案書  |  AKGNET  |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